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Class and Object in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Explanation with Syntax and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Class?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class in C++ is a user-defined data type that binds data members and member functions together.</a:t>
            </a:r>
          </a:p>
          <a:p>
            <a:r>
              <a:t>• Acts as a blueprint for creating objects.</a:t>
            </a:r>
          </a:p>
          <a:p>
            <a:r>
              <a:t>• Supports OOP concepts like Encapsulation, Abstraction, Inheritance, and Polymorphism.</a:t>
            </a:r>
          </a:p>
          <a:p>
            <a:r>
              <a:t>• Does not occupy memory until an object is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of 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Syntax:</a:t>
            </a:r>
          </a:p>
          <a:p>
            <a:r>
              <a:t>class ClassName {</a:t>
            </a:r>
          </a:p>
          <a:p>
            <a:r>
              <a:t>    access_specifier:</a:t>
            </a:r>
          </a:p>
          <a:p>
            <a:r>
              <a:t>        // Data members</a:t>
            </a:r>
          </a:p>
          <a:p>
            <a:r>
              <a:t>        // Member functions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Object?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object is an instance of a class.</a:t>
            </a:r>
          </a:p>
          <a:p>
            <a:r>
              <a:t>• Occupies memory when created.</a:t>
            </a:r>
          </a:p>
          <a:p>
            <a:r>
              <a:t>• Has its own copy of data members.</a:t>
            </a:r>
          </a:p>
          <a:p>
            <a:r>
              <a:t>• Can call member functions of the class.</a:t>
            </a:r>
          </a:p>
          <a:p>
            <a:r>
              <a:t>• Multiple objects can be created from the same class.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for Creating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ClassName objectName;</a:t>
            </a:r>
          </a:p>
          <a:p>
            <a:r>
              <a:t>Example: Car car1;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Program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&lt;iostream&gt;</a:t>
            </a:r>
          </a:p>
          <a:p>
            <a:r>
              <a:t>using namespace std;</a:t>
            </a:r>
          </a:p>
          <a:p/>
          <a:p>
            <a:r>
              <a:t>class Car {</a:t>
            </a:r>
          </a:p>
          <a:p>
            <a:r>
              <a:t>public:</a:t>
            </a:r>
          </a:p>
          <a:p>
            <a:r>
              <a:t>    string brand;</a:t>
            </a:r>
          </a:p>
          <a:p>
            <a:r>
              <a:t>    int year;</a:t>
            </a:r>
          </a:p>
          <a:p>
            <a:r>
              <a:t>    void displayInfo() {</a:t>
            </a:r>
          </a:p>
          <a:p>
            <a:r>
              <a:t>        cout &lt;&lt; "Brand: " &lt;&lt; brand &lt;&lt; ", Year: " &lt;&lt; year &lt;&lt; endl;</a:t>
            </a:r>
          </a:p>
          <a:p>
            <a:r>
              <a:t>    }</a:t>
            </a:r>
          </a:p>
          <a:p>
            <a:r>
              <a:t>};</a:t>
            </a:r>
          </a:p>
          <a:p/>
          <a:p>
            <a:r>
              <a:t>int main() {</a:t>
            </a:r>
          </a:p>
          <a:p>
            <a:r>
              <a:t>    Car car1, car2;</a:t>
            </a:r>
          </a:p>
          <a:p>
            <a:r>
              <a:t>    car1.brand = "Toyota";</a:t>
            </a:r>
          </a:p>
          <a:p>
            <a:r>
              <a:t>    car1.year = 2022;</a:t>
            </a:r>
          </a:p>
          <a:p>
            <a:r>
              <a:t>    car2.brand = "Honda";</a:t>
            </a:r>
          </a:p>
          <a:p>
            <a:r>
              <a:t>    car2.year = 2023;</a:t>
            </a:r>
          </a:p>
          <a:p>
            <a:r>
              <a:t>    car1.displayInfo();</a:t>
            </a:r>
          </a:p>
          <a:p>
            <a:r>
              <a:t>    car2.displayInfo();</a:t>
            </a:r>
          </a:p>
          <a:p>
            <a:r>
              <a:t> 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(Blueprint) → No memory for data members until an object is created.</a:t>
            </a:r>
          </a:p>
          <a:p>
            <a:r>
              <a:t>Objects → Each has its own copy of data members.</a:t>
            </a:r>
          </a:p>
          <a:p>
            <a:r>
              <a:t>Functions are stored once in memory and shared among objects.</a:t>
            </a:r>
          </a:p>
          <a:p>
            <a:r>
              <a:t>Example:</a:t>
            </a:r>
          </a:p>
          <a:p>
            <a:r>
              <a:t>car1: brand='Toyota', year=2022</a:t>
            </a:r>
          </a:p>
          <a:p>
            <a:r>
              <a:t>car2: brand='Honda', year=2023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