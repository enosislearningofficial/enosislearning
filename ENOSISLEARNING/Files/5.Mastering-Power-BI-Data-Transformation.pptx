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aleway" panose="020B0604020202020204" charset="0"/>
      <p:regular r:id="rId17"/>
    </p:embeddedFont>
    <p:embeddedFont>
      <p:font typeface="Roboto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172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Mastering Power BI: Data Transformation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Welcome to a deep dive into Power BI's data transformation capabilities. We'll explore powerful features to cleanse, reshape, and integrate your data effectively.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rcRect b="5999"/>
          <a:stretch/>
        </p:blipFill>
        <p:spPr>
          <a:xfrm>
            <a:off x="680799" y="489200"/>
            <a:ext cx="11379822" cy="6479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0799" y="7085171"/>
            <a:ext cx="4862989" cy="607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endParaRPr lang="en-US" sz="3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9124" y="7381874"/>
            <a:ext cx="1846106" cy="8040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51390" y="2066449"/>
            <a:ext cx="80879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Accessing Data Transformation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390" y="3115389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51390" y="39658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Home Tab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451390" y="4456271"/>
            <a:ext cx="29394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Locate the 'Home' tab in Power BI Desktop.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293" y="3115389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74293" y="39658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Transform Data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74293" y="4456271"/>
            <a:ext cx="29394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Click 'Transform Data' to open Power Query Editor.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7195" y="3115389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897195" y="39658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Power Query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897195" y="4456271"/>
            <a:ext cx="29394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Power Query Editor window will launch.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4451390" y="5437227"/>
            <a:ext cx="93852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Power Query Editor is your hub for all data preparation tasks, offering a comprehensive set of tools.</a:t>
            </a:r>
            <a:endParaRPr lang="en-US" sz="17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9124" y="7381874"/>
            <a:ext cx="1846106" cy="8040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71" y="533757"/>
            <a:ext cx="9239845" cy="606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Column Management: Choose &amp; Remove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9371" y="1625560"/>
            <a:ext cx="242637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Choose Columns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79371" y="2122884"/>
            <a:ext cx="6399014" cy="62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specific columns to keep from your dataset. This optimizes data size.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71" y="2962275"/>
            <a:ext cx="6399014" cy="43781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59635" y="1625560"/>
            <a:ext cx="242637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Remove Columns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559635" y="2122884"/>
            <a:ext cx="6399014" cy="62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 unnecessary columns from your dataset. This streamlines your view.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635" y="2962275"/>
            <a:ext cx="6399014" cy="43781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9371" y="7777163"/>
            <a:ext cx="13271659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column management ensures your data is concise and relevant for analysis.</a:t>
            </a:r>
            <a:endParaRPr lang="en-US" sz="15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9124" y="7381874"/>
            <a:ext cx="1846106" cy="8040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51816"/>
            <a:ext cx="92236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Row Management: Keep &amp; Remove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10075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5143262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51786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Keep Rows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5669042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Specify criteria to retain only relevant rows. Isolate key data points.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456884" y="510075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955" y="5143262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94000" y="51786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Remove Rows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194000" y="5669042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Delete rows based on specific conditions. Cleanse your dataset of anomalies.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66499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Precise row management helps you focus on the most impactful data for your reports.</a:t>
            </a:r>
            <a:endParaRPr lang="en-US" sz="17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9124" y="7381874"/>
            <a:ext cx="1846106" cy="8040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536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049" y="3360420"/>
            <a:ext cx="8527137" cy="688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Column Operations: Split &amp; Group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49" y="4379238"/>
            <a:ext cx="1101447" cy="13217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92762" y="4599503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Split Column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2092762" y="5075873"/>
            <a:ext cx="1176659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Divide a single column into multiple columns. Use delimiters like commas or spaces.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049" y="5700951"/>
            <a:ext cx="1101447" cy="13217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92762" y="5921216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Group By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2092762" y="6397585"/>
            <a:ext cx="1176659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Aggregate data based on common values. Create summarized views like totals or averages.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771049" y="7270433"/>
            <a:ext cx="1308830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features enable granular control over your data structure and powerful aggregation capabilities.</a:t>
            </a:r>
            <a:endParaRPr lang="en-US" sz="17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9124" y="7381874"/>
            <a:ext cx="1846106" cy="8040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4690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Type &amp; Header Transformation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04624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9390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Types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429476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Assign appropriate data types to columns. Ensure accurate calculations and sorting.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616529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8224" y="4850963"/>
            <a:ext cx="33268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First Row as Headers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8224" y="534138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your first data row to serve as column headers. This is crucial for proper data recognition.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55677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 data typing and header assignment are foundational for reliable data models in Power BI.</a:t>
            </a:r>
            <a:endParaRPr lang="en-US" sz="175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9124" y="7381874"/>
            <a:ext cx="1846106" cy="8040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0739"/>
            <a:ext cx="83810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Correction: Replace Values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13146"/>
            <a:ext cx="2173724" cy="1306949"/>
          </a:xfrm>
          <a:prstGeom prst="roundRect">
            <a:avLst>
              <a:gd name="adj" fmla="val 728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167" y="2767251"/>
            <a:ext cx="318968" cy="3986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4328" y="25399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Values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94328" y="3030379"/>
            <a:ext cx="35302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specific values to be changed.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80861" y="3604855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C7C7D0"/>
          </a:solidFill>
          <a:ln/>
        </p:spPr>
      </p:sp>
      <p:sp>
        <p:nvSpPr>
          <p:cNvPr id="8" name="Shape 5"/>
          <p:cNvSpPr/>
          <p:nvPr/>
        </p:nvSpPr>
        <p:spPr>
          <a:xfrm>
            <a:off x="793790" y="3733443"/>
            <a:ext cx="4347567" cy="1306949"/>
          </a:xfrm>
          <a:prstGeom prst="roundRect">
            <a:avLst>
              <a:gd name="adj" fmla="val 728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89" y="4187547"/>
            <a:ext cx="318968" cy="3986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8171" y="39602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Specify Replacement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68171" y="4450675"/>
            <a:ext cx="30313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the new value to insert.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54704" y="5025152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C7C7D0"/>
          </a:solidFill>
          <a:ln/>
        </p:spPr>
      </p:sp>
      <p:sp>
        <p:nvSpPr>
          <p:cNvPr id="13" name="Shape 9"/>
          <p:cNvSpPr/>
          <p:nvPr/>
        </p:nvSpPr>
        <p:spPr>
          <a:xfrm>
            <a:off x="793790" y="5153739"/>
            <a:ext cx="6521410" cy="1306949"/>
          </a:xfrm>
          <a:prstGeom prst="roundRect">
            <a:avLst>
              <a:gd name="adj" fmla="val 728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011" y="5607844"/>
            <a:ext cx="318968" cy="3986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2014" y="5380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Apply Changes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42014" y="5870972"/>
            <a:ext cx="446651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 the replacement across the column.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7158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'Replace Values' feature is essential for data cleansing and standardizing entries within your datasets.</a:t>
            </a:r>
            <a:endParaRPr lang="en-US" sz="17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9124" y="7381874"/>
            <a:ext cx="1846106" cy="8040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702" y="520660"/>
            <a:ext cx="8327827" cy="59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Combining Datasets: Merge &amp; Append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 rotWithShape="1">
          <a:blip r:embed="rId3"/>
          <a:srcRect b="6601"/>
          <a:stretch/>
        </p:blipFill>
        <p:spPr>
          <a:xfrm>
            <a:off x="662702" y="1491138"/>
            <a:ext cx="9915960" cy="51303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2702" y="6829068"/>
            <a:ext cx="13304996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2702" y="7416046"/>
            <a:ext cx="2367082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8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9124" y="7381874"/>
            <a:ext cx="1846106" cy="8040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858" y="819388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Merge Queries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64858" y="1379220"/>
            <a:ext cx="6283762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 two datasets using joins.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64858" y="1925360"/>
            <a:ext cx="6283762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Inner Join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4858" y="2351365"/>
            <a:ext cx="6283762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 Outer Join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4858" y="2777371"/>
            <a:ext cx="6283762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Right Outer Join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4858" y="3203377"/>
            <a:ext cx="6283762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Outer Join</a:t>
            </a: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 rotWithShape="1">
          <a:blip r:embed="rId3"/>
          <a:srcRect b="7969"/>
          <a:stretch/>
        </p:blipFill>
        <p:spPr>
          <a:xfrm>
            <a:off x="764858" y="3798689"/>
            <a:ext cx="6283762" cy="29331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401" y="819388"/>
            <a:ext cx="2731532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Append Queries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7589401" y="1379220"/>
            <a:ext cx="6283762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Stack two or more datasets vertically. Use for union operations.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589401" y="1925360"/>
            <a:ext cx="6283762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</a:t>
            </a:r>
            <a:r>
              <a:rPr lang="en-US" sz="17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2022</a:t>
            </a: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+ </a:t>
            </a:r>
            <a:r>
              <a:rPr lang="en-US" sz="17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2023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64858" y="7411879"/>
            <a:ext cx="13100685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Merging and appending are crucial for integrating disparate data sources into a unified model for comprehensive analysis.</a:t>
            </a:r>
            <a:endParaRPr lang="en-US" sz="17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9124" y="7381874"/>
            <a:ext cx="1846106" cy="8040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427</Words>
  <Application>Microsoft Office PowerPoint</Application>
  <PresentationFormat>Custom</PresentationFormat>
  <Paragraphs>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Raleway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Enosis</cp:lastModifiedBy>
  <cp:revision>3</cp:revision>
  <dcterms:created xsi:type="dcterms:W3CDTF">2025-06-12T07:24:09Z</dcterms:created>
  <dcterms:modified xsi:type="dcterms:W3CDTF">2025-06-25T07:42:07Z</dcterms:modified>
</cp:coreProperties>
</file>