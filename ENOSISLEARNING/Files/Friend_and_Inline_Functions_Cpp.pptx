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Friend Function and Inline Function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Syntax,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Friend Function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friend function is a function that is not a member of a class</a:t>
            </a:r>
            <a:r>
              <a:rPr lang="en-US" dirty="0"/>
              <a:t> </a:t>
            </a:r>
            <a:r>
              <a:rPr dirty="0"/>
              <a:t>but has access to the class's private and protected members.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Declared using the keyword 'friend' inside the class.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Friend Function -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ClassName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b="1" dirty="0"/>
              <a:t>friend</a:t>
            </a:r>
            <a:r>
              <a:rPr dirty="0"/>
              <a:t> </a:t>
            </a:r>
            <a:r>
              <a:rPr dirty="0" err="1"/>
              <a:t>returnType</a:t>
            </a:r>
            <a:r>
              <a:rPr dirty="0"/>
              <a:t> </a:t>
            </a:r>
            <a:r>
              <a:rPr dirty="0" err="1"/>
              <a:t>functionName</a:t>
            </a:r>
            <a:r>
              <a:rPr dirty="0"/>
              <a:t>(arguments);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returnType</a:t>
            </a:r>
            <a:r>
              <a:rPr dirty="0"/>
              <a:t> </a:t>
            </a:r>
            <a:r>
              <a:rPr dirty="0" err="1"/>
              <a:t>functionName</a:t>
            </a:r>
            <a:r>
              <a:rPr dirty="0"/>
              <a:t>(arguments) {</a:t>
            </a:r>
          </a:p>
          <a:p>
            <a:pPr marL="0" indent="0">
              <a:buNone/>
            </a:pPr>
            <a:r>
              <a:rPr dirty="0"/>
              <a:t>   // Function definition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Friend Function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33768" cy="5257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#include &lt;iostream&gt;</a:t>
            </a:r>
          </a:p>
          <a:p>
            <a:pPr marL="0" indent="0">
              <a:buNone/>
            </a:pPr>
            <a:r>
              <a:rPr dirty="0"/>
              <a:t>using namespace std;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class Sample {</a:t>
            </a:r>
          </a:p>
          <a:p>
            <a:pPr marL="0" indent="0">
              <a:buNone/>
            </a:pPr>
            <a:r>
              <a:rPr dirty="0"/>
              <a:t>   int x;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 Sample(int </a:t>
            </a:r>
            <a:r>
              <a:rPr dirty="0" err="1"/>
              <a:t>val</a:t>
            </a:r>
            <a:r>
              <a:rPr dirty="0"/>
              <a:t>) { x = </a:t>
            </a:r>
            <a:r>
              <a:rPr dirty="0" err="1"/>
              <a:t>val</a:t>
            </a:r>
            <a:r>
              <a:rPr dirty="0"/>
              <a:t>; }</a:t>
            </a:r>
          </a:p>
          <a:p>
            <a:pPr marL="0" indent="0">
              <a:buNone/>
            </a:pPr>
            <a:r>
              <a:rPr dirty="0"/>
              <a:t>   friend void </a:t>
            </a:r>
            <a:r>
              <a:rPr dirty="0" err="1"/>
              <a:t>showValue</a:t>
            </a:r>
            <a:r>
              <a:rPr dirty="0"/>
              <a:t>(Sample obj);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void </a:t>
            </a:r>
            <a:r>
              <a:rPr dirty="0" err="1"/>
              <a:t>showValue</a:t>
            </a:r>
            <a:r>
              <a:rPr dirty="0"/>
              <a:t>(Sample obj) {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dirty="0" err="1"/>
              <a:t>cout</a:t>
            </a:r>
            <a:r>
              <a:rPr dirty="0"/>
              <a:t> &lt;&lt; "Value: " &lt;&lt; </a:t>
            </a:r>
            <a:r>
              <a:rPr dirty="0" err="1"/>
              <a:t>obj.x</a:t>
            </a:r>
            <a:r>
              <a:rPr dirty="0"/>
              <a:t> &lt;&lt; </a:t>
            </a:r>
            <a:r>
              <a:rPr dirty="0" err="1"/>
              <a:t>endl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int main() {</a:t>
            </a:r>
          </a:p>
          <a:p>
            <a:pPr marL="0" indent="0">
              <a:buNone/>
            </a:pPr>
            <a:r>
              <a:rPr dirty="0"/>
              <a:t>   Sample s(10);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dirty="0" err="1"/>
              <a:t>showValue</a:t>
            </a:r>
            <a:r>
              <a:rPr dirty="0"/>
              <a:t>(s);</a:t>
            </a:r>
          </a:p>
          <a:p>
            <a:pPr marL="0" indent="0">
              <a:buNone/>
            </a:pPr>
            <a:r>
              <a:rPr dirty="0"/>
              <a:t>   return 0;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Inline Function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 inline function is a function in which the compiler places a copy</a:t>
            </a:r>
            <a:r>
              <a:rPr lang="en-US" dirty="0"/>
              <a:t> </a:t>
            </a:r>
            <a:r>
              <a:rPr dirty="0"/>
              <a:t>of the function's code at each point the function is called.</a:t>
            </a:r>
          </a:p>
          <a:p>
            <a:pPr marL="0" indent="0">
              <a:buNone/>
            </a:pPr>
            <a:r>
              <a:rPr dirty="0"/>
              <a:t>• Declared using the keyword 'inline'.</a:t>
            </a:r>
          </a:p>
          <a:p>
            <a:pPr marL="0" indent="0">
              <a:buNone/>
            </a:pPr>
            <a:r>
              <a:rPr dirty="0"/>
              <a:t>• It reduces function call overhead but may increase code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Function -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inline </a:t>
            </a:r>
            <a:r>
              <a:rPr dirty="0" err="1"/>
              <a:t>returnType</a:t>
            </a:r>
            <a:r>
              <a:rPr dirty="0"/>
              <a:t> </a:t>
            </a:r>
            <a:r>
              <a:rPr dirty="0" err="1"/>
              <a:t>functionName</a:t>
            </a:r>
            <a:r>
              <a:rPr dirty="0"/>
              <a:t>(arguments) {</a:t>
            </a:r>
          </a:p>
          <a:p>
            <a:pPr marL="0" indent="0">
              <a:buNone/>
            </a:pPr>
            <a:r>
              <a:rPr dirty="0"/>
              <a:t>   // Function body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Function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#include &lt;iostream&gt;</a:t>
            </a:r>
          </a:p>
          <a:p>
            <a:pPr marL="0" indent="0">
              <a:buNone/>
            </a:pPr>
            <a:r>
              <a:rPr dirty="0"/>
              <a:t>using namespace std;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inline int square(int x) {</a:t>
            </a:r>
          </a:p>
          <a:p>
            <a:pPr marL="0" indent="0">
              <a:buNone/>
            </a:pPr>
            <a:r>
              <a:rPr dirty="0"/>
              <a:t>   return x * x;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int main() {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dirty="0" err="1"/>
              <a:t>cout</a:t>
            </a:r>
            <a:r>
              <a:rPr dirty="0"/>
              <a:t> &lt;&lt; "Square of 5: " &lt;&lt; square(5) &lt;&lt; </a:t>
            </a:r>
            <a:r>
              <a:rPr dirty="0" err="1"/>
              <a:t>endl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   return 0;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B56361-8A76-4430-343B-8C232252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6212"/>
            <a:ext cx="9144000" cy="447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6EA077-39AE-A133-A804-19F6F9A2B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84718"/>
              </p:ext>
            </p:extLst>
          </p:nvPr>
        </p:nvGraphicFramePr>
        <p:xfrm>
          <a:off x="457200" y="1593404"/>
          <a:ext cx="8229600" cy="2651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934019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3946256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809605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Friend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Inline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25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 access private/protected members externally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 reduce function call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5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Declaration 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friend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85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Declared inside class, defined outside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Defined normally (inside/outside class)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090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Access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access private/protected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Same as normal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3300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38E8DC-C25B-BCB4-6B60-C6ACAF4D1E17}"/>
              </a:ext>
            </a:extLst>
          </p:cNvPr>
          <p:cNvSpPr txBox="1"/>
          <p:nvPr/>
        </p:nvSpPr>
        <p:spPr>
          <a:xfrm>
            <a:off x="201561" y="709222"/>
            <a:ext cx="5304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Difference Between Friend and Inline Functions: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741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342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Friend Function and Inline Function in C++</vt:lpstr>
      <vt:lpstr>Friend Function - Definition</vt:lpstr>
      <vt:lpstr>Friend Function - Syntax</vt:lpstr>
      <vt:lpstr>Friend Function - Example</vt:lpstr>
      <vt:lpstr>Inline Function - Definition</vt:lpstr>
      <vt:lpstr>Inline Function - Syntax</vt:lpstr>
      <vt:lpstr>Inline Function - Example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2064_Amruta Chorage</cp:lastModifiedBy>
  <cp:revision>2</cp:revision>
  <dcterms:created xsi:type="dcterms:W3CDTF">2013-01-27T09:14:16Z</dcterms:created>
  <dcterms:modified xsi:type="dcterms:W3CDTF">2025-08-14T08:57:23Z</dcterms:modified>
  <cp:category/>
</cp:coreProperties>
</file>