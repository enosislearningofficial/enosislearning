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Abstraction and Encapsulation in C++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Concepts, Methods, and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Abstraction?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Abstraction is the process of hiding implementation details and showing only essential features.</a:t>
            </a:r>
          </a:p>
          <a:p>
            <a:r>
              <a:t>• Focuses on 'what' an object does rather than 'how' it does it.</a:t>
            </a:r>
          </a:p>
          <a:p>
            <a:r>
              <a:t>• Achieved using abstract classes and pure virtual functions in C++.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Abstraction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// Abstract class example</a:t>
            </a:r>
          </a:p>
          <a:p>
            <a:pPr marL="0" indent="0">
              <a:buNone/>
            </a:pPr>
            <a:r>
              <a:rPr dirty="0"/>
              <a:t>class Shape {</a:t>
            </a:r>
          </a:p>
          <a:p>
            <a:pPr marL="0" indent="0">
              <a:buNone/>
            </a:pPr>
            <a:r>
              <a:rPr dirty="0"/>
              <a:t>  public:</a:t>
            </a:r>
          </a:p>
          <a:p>
            <a:pPr marL="0" indent="0">
              <a:buNone/>
            </a:pPr>
            <a:r>
              <a:rPr dirty="0"/>
              <a:t>    virtual void draw() = 0; // pure virtual function</a:t>
            </a:r>
          </a:p>
          <a:p>
            <a:pPr marL="0" indent="0">
              <a:buNone/>
            </a:pPr>
            <a:r>
              <a:rPr dirty="0"/>
              <a:t>};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class Circle : public Shape {</a:t>
            </a:r>
          </a:p>
          <a:p>
            <a:pPr marL="0" indent="0">
              <a:buNone/>
            </a:pPr>
            <a:r>
              <a:rPr dirty="0"/>
              <a:t>  public:</a:t>
            </a:r>
          </a:p>
          <a:p>
            <a:pPr marL="0" indent="0">
              <a:buNone/>
            </a:pPr>
            <a:r>
              <a:rPr dirty="0"/>
              <a:t>    void draw() override {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cout</a:t>
            </a:r>
            <a:r>
              <a:rPr dirty="0"/>
              <a:t> &lt;&lt; "Drawing Circle";</a:t>
            </a:r>
          </a:p>
          <a:p>
            <a:pPr marL="0" indent="0">
              <a:buNone/>
            </a:pPr>
            <a:r>
              <a:rPr dirty="0"/>
              <a:t>    }</a:t>
            </a:r>
          </a:p>
          <a:p>
            <a:pPr marL="0" indent="0">
              <a:buNone/>
            </a:pPr>
            <a:r>
              <a:rPr dirty="0"/>
              <a:t>};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Encapsulation?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Encapsulation is the process of wrapping data (variables) and methods (functions) into a single unit.</a:t>
            </a:r>
          </a:p>
          <a:p>
            <a:r>
              <a:t>• Achieved using classes, access specifiers (private, protected, public).</a:t>
            </a:r>
          </a:p>
          <a:p>
            <a:r>
              <a:t>• Protects data by restricting unauthorized access.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Encapsulation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// Encapsulation example</a:t>
            </a:r>
          </a:p>
          <a:p>
            <a:r>
              <a:t>class Employee {</a:t>
            </a:r>
          </a:p>
          <a:p>
            <a:r>
              <a:t>  private:</a:t>
            </a:r>
          </a:p>
          <a:p>
            <a:r>
              <a:t>    int salary;</a:t>
            </a:r>
          </a:p>
          <a:p>
            <a:endParaRPr/>
          </a:p>
          <a:p>
            <a:r>
              <a:t>  public:</a:t>
            </a:r>
          </a:p>
          <a:p>
            <a:r>
              <a:t>    void setSalary(int s) { salary = s; }</a:t>
            </a:r>
          </a:p>
          <a:p>
            <a:r>
              <a:t>    int getSalary() { return salary; }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Abstraction vs 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Abstraction hides implementation details, shows essential features.</a:t>
            </a:r>
          </a:p>
          <a:p>
            <a:r>
              <a:t>• Encapsulation binds data and methods together and restricts access.</a:t>
            </a:r>
          </a:p>
          <a:p>
            <a:r>
              <a:t>• Abstraction is implemented using abstract classes and interfaces.</a:t>
            </a:r>
          </a:p>
          <a:p>
            <a:r>
              <a:t>• Encapsulation is implemented using classes and access specifiers.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249</Words>
  <Application>Microsoft Office PowerPoint</Application>
  <PresentationFormat>On-screen Show (4:3)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Abstraction and Encapsulation in C++</vt:lpstr>
      <vt:lpstr>What is Abstraction?</vt:lpstr>
      <vt:lpstr>Example of Abstraction in C++</vt:lpstr>
      <vt:lpstr>What is Encapsulation?</vt:lpstr>
      <vt:lpstr>Example of Encapsulation in C++</vt:lpstr>
      <vt:lpstr>Abstraction vs Encapsulation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2064_Amruta Chorage</cp:lastModifiedBy>
  <cp:revision>2</cp:revision>
  <dcterms:created xsi:type="dcterms:W3CDTF">2013-01-27T09:14:16Z</dcterms:created>
  <dcterms:modified xsi:type="dcterms:W3CDTF">2025-09-01T05:40:54Z</dcterms:modified>
  <cp:category/>
</cp:coreProperties>
</file>