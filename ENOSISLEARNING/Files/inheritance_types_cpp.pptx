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Inheritance and Its Types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Definition, Syntax,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Inheritance?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Inheritance is an Object-Oriented Programming (OOP) feature that allows a class (derived class) to acquire properties and behaviors (data members and member functions) of another class (base class).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of Inheritance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Syntax:</a:t>
            </a:r>
          </a:p>
          <a:p>
            <a:r>
              <a:t>class DerivedClass : accessSpecifier BaseClass {</a:t>
            </a:r>
            <a:br/>
            <a:r>
              <a:t>    // members of derived class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Single Inheritance</a:t>
            </a:r>
          </a:p>
          <a:p>
            <a:r>
              <a:t>2. Multiple Inheritance</a:t>
            </a:r>
          </a:p>
          <a:p>
            <a:r>
              <a:t>3. Multilevel Inheritance</a:t>
            </a:r>
          </a:p>
          <a:p>
            <a:r>
              <a:t>4. Hierarchical Inheritance</a:t>
            </a:r>
          </a:p>
          <a:p>
            <a:r>
              <a:t>5. Hybrid Inheritance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Inheritance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Base {</a:t>
            </a:r>
          </a:p>
          <a:p>
            <a:r>
              <a:t>  public:</a:t>
            </a:r>
          </a:p>
          <a:p>
            <a:r>
              <a:t>    void show() { cout &lt;&lt; "Base class"; }</a:t>
            </a:r>
          </a:p>
          <a:p>
            <a:r>
              <a:t>};</a:t>
            </a:r>
          </a:p>
          <a:p/>
          <a:p>
            <a:r>
              <a:t>class Derived : public Base {</a:t>
            </a:r>
          </a:p>
          <a:p>
            <a:r>
              <a:t>  public:</a:t>
            </a:r>
          </a:p>
          <a:p>
            <a:r>
              <a:t>    void display() { cout &lt;&lt; "Derived class"; }</a:t>
            </a:r>
          </a:p>
          <a:p>
            <a:r>
              <a:t>};</a:t>
            </a:r>
          </a:p>
          <a:p/>
          <a:p>
            <a:r>
              <a:t>int main() {</a:t>
            </a:r>
          </a:p>
          <a:p>
            <a:r>
              <a:t>  Derived obj;</a:t>
            </a:r>
          </a:p>
          <a:p>
            <a:r>
              <a:t>  obj.show();</a:t>
            </a:r>
          </a:p>
          <a:p>
            <a:r>
              <a:t>  obj.display();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Inheritance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A {</a:t>
            </a:r>
          </a:p>
          <a:p>
            <a:r>
              <a:t>  public:</a:t>
            </a:r>
          </a:p>
          <a:p>
            <a:r>
              <a:t>    void showA() { cout &lt;&lt; "Class A"; }</a:t>
            </a:r>
          </a:p>
          <a:p>
            <a:r>
              <a:t>};</a:t>
            </a:r>
          </a:p>
          <a:p/>
          <a:p>
            <a:r>
              <a:t>class B {</a:t>
            </a:r>
          </a:p>
          <a:p>
            <a:r>
              <a:t>  public:</a:t>
            </a:r>
          </a:p>
          <a:p>
            <a:r>
              <a:t>    void showB() { cout &lt;&lt; "Class B"; }</a:t>
            </a:r>
          </a:p>
          <a:p>
            <a:r>
              <a:t>};</a:t>
            </a:r>
          </a:p>
          <a:p/>
          <a:p>
            <a:r>
              <a:t>class C : public A, public B {</a:t>
            </a:r>
          </a:p>
          <a:p>
            <a:r>
              <a:t>  public:</a:t>
            </a:r>
          </a:p>
          <a:p>
            <a:r>
              <a:t>    void showC() { cout &lt;&lt; "Class C"; }</a:t>
            </a:r>
          </a:p>
          <a:p>
            <a:r>
              <a:t>};</a:t>
            </a:r>
          </a:p>
          <a:p/>
          <a:p>
            <a:r>
              <a:t>int main() {</a:t>
            </a:r>
          </a:p>
          <a:p>
            <a:r>
              <a:t>  C obj;</a:t>
            </a:r>
          </a:p>
          <a:p>
            <a:r>
              <a:t>  obj.showA();</a:t>
            </a:r>
          </a:p>
          <a:p>
            <a:r>
              <a:t>  obj.showB();</a:t>
            </a:r>
          </a:p>
          <a:p>
            <a:r>
              <a:t>  obj.showC();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